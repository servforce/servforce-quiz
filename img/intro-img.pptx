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44002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1" autoAdjust="0"/>
    <p:restoredTop sz="94660"/>
  </p:normalViewPr>
  <p:slideViewPr>
    <p:cSldViewPr snapToGrid="0">
      <p:cViewPr varScale="1">
        <p:scale>
          <a:sx n="59" d="100"/>
          <a:sy n="59" d="100"/>
        </p:scale>
        <p:origin x="41" y="1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356703"/>
            <a:ext cx="12240181" cy="501340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563446"/>
            <a:ext cx="10800160" cy="3476717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EBD6-5916-4D68-A58D-4C2FF650317F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6F54C-8E49-4A5F-8328-4C7368F23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583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EBD6-5916-4D68-A58D-4C2FF650317F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6F54C-8E49-4A5F-8328-4C7368F23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078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590057"/>
            <a:ext cx="12420184" cy="5990088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9636813"/>
            <a:ext cx="12420184" cy="31500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EBD6-5916-4D68-A58D-4C2FF650317F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6F54C-8E49-4A5F-8328-4C7368F23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009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833390"/>
            <a:ext cx="6120091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833390"/>
            <a:ext cx="6120091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EBD6-5916-4D68-A58D-4C2FF650317F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6F54C-8E49-4A5F-8328-4C7368F23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055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6681"/>
            <a:ext cx="12420184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530053"/>
            <a:ext cx="6091964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260078"/>
            <a:ext cx="6091964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530053"/>
            <a:ext cx="6121966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260078"/>
            <a:ext cx="6121966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EBD6-5916-4D68-A58D-4C2FF650317F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6F54C-8E49-4A5F-8328-4C7368F23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73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EBD6-5916-4D68-A58D-4C2FF650317F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6F54C-8E49-4A5F-8328-4C7368F23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94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EBD6-5916-4D68-A58D-4C2FF650317F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6F54C-8E49-4A5F-8328-4C7368F23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15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073367"/>
            <a:ext cx="7290108" cy="10233485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EBD6-5916-4D68-A58D-4C2FF650317F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6F54C-8E49-4A5F-8328-4C7368F23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895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073367"/>
            <a:ext cx="7290108" cy="10233485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EBD6-5916-4D68-A58D-4C2FF650317F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6F54C-8E49-4A5F-8328-4C7368F23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578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EBD6-5916-4D68-A58D-4C2FF650317F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6F54C-8E49-4A5F-8328-4C7368F23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820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766678"/>
            <a:ext cx="3105046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766678"/>
            <a:ext cx="9135135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EBD6-5916-4D68-A58D-4C2FF650317F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6F54C-8E49-4A5F-8328-4C7368F23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278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766681"/>
            <a:ext cx="124201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833390"/>
            <a:ext cx="124201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96EBD6-5916-4D68-A58D-4C2FF650317F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3346867"/>
            <a:ext cx="486007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6F54C-8E49-4A5F-8328-4C7368F23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59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2E5AEAD-8F99-15C7-5213-45FAE123961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4400214" cy="144002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2B17408-28BE-93A4-6CC1-A6F4E8AE36E3}"/>
              </a:ext>
            </a:extLst>
          </p:cNvPr>
          <p:cNvSpPr txBox="1"/>
          <p:nvPr/>
        </p:nvSpPr>
        <p:spPr>
          <a:xfrm>
            <a:off x="557740" y="1910357"/>
            <a:ext cx="1459971" cy="307777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Code-first</a:t>
            </a:r>
            <a:endParaRPr lang="zh-CN" altLang="en-US" sz="2000" b="1" dirty="0">
              <a:latin typeface="Consolas-with-Yahei" panose="020B0509020204020204" pitchFamily="49" charset="-128"/>
              <a:ea typeface="Consolas-with-Yahei" panose="020B0509020204020204" pitchFamily="49" charset="-128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39146D-6840-C5DF-A400-250687539389}"/>
              </a:ext>
            </a:extLst>
          </p:cNvPr>
          <p:cNvSpPr txBox="1"/>
          <p:nvPr/>
        </p:nvSpPr>
        <p:spPr>
          <a:xfrm>
            <a:off x="2143533" y="1910358"/>
            <a:ext cx="1372509" cy="307777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Self-host</a:t>
            </a:r>
            <a:endParaRPr lang="zh-CN" altLang="en-US" sz="2000" b="1" dirty="0">
              <a:latin typeface="Consolas-with-Yahei" panose="020B0509020204020204" pitchFamily="49" charset="-128"/>
              <a:ea typeface="Consolas-with-Yahei" panose="020B0509020204020204" pitchFamily="49" charset="-128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875B44-EE0E-C988-E037-C4D1FB9E3472}"/>
              </a:ext>
            </a:extLst>
          </p:cNvPr>
          <p:cNvSpPr txBox="1"/>
          <p:nvPr/>
        </p:nvSpPr>
        <p:spPr>
          <a:xfrm>
            <a:off x="10700439" y="1899550"/>
            <a:ext cx="1556242" cy="307777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Agent-naive</a:t>
            </a:r>
            <a:endParaRPr lang="zh-CN" altLang="en-US" sz="2000" b="1" dirty="0">
              <a:latin typeface="Consolas-with-Yahei" panose="020B0509020204020204" pitchFamily="49" charset="-128"/>
              <a:ea typeface="Consolas-with-Yahei" panose="020B0509020204020204" pitchFamily="49" charset="-128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282211-5772-574B-9799-6179F15500D0}"/>
              </a:ext>
            </a:extLst>
          </p:cNvPr>
          <p:cNvSpPr txBox="1"/>
          <p:nvPr/>
        </p:nvSpPr>
        <p:spPr>
          <a:xfrm>
            <a:off x="12368661" y="1910358"/>
            <a:ext cx="1556242" cy="307777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Agent-ready</a:t>
            </a:r>
            <a:endParaRPr lang="zh-CN" altLang="en-US" sz="2000" b="1" dirty="0">
              <a:latin typeface="Consolas-with-Yahei" panose="020B0509020204020204" pitchFamily="49" charset="-128"/>
              <a:ea typeface="Consolas-with-Yahei" panose="020B0509020204020204" pitchFamily="49" charset="-128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04A4195-5DDB-E45A-9307-4297515C45E4}"/>
              </a:ext>
            </a:extLst>
          </p:cNvPr>
          <p:cNvSpPr txBox="1"/>
          <p:nvPr/>
        </p:nvSpPr>
        <p:spPr>
          <a:xfrm>
            <a:off x="734951" y="4577651"/>
            <a:ext cx="2929447" cy="723275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8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Git </a:t>
            </a:r>
            <a:r>
              <a:rPr lang="zh-CN" altLang="en-US" sz="28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题库维护</a:t>
            </a:r>
            <a:br>
              <a:rPr lang="en-US" altLang="zh-CN" sz="20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</a:br>
            <a:r>
              <a:rPr lang="zh-CN" altLang="en-US" sz="19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版本化、代码化题库管理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83F3A6-3B68-3E1A-A7E5-A985E2EC04AA}"/>
              </a:ext>
            </a:extLst>
          </p:cNvPr>
          <p:cNvSpPr txBox="1"/>
          <p:nvPr/>
        </p:nvSpPr>
        <p:spPr>
          <a:xfrm>
            <a:off x="4088121" y="4577651"/>
            <a:ext cx="2929447" cy="723275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8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QML </a:t>
            </a:r>
            <a:r>
              <a:rPr lang="zh-CN" altLang="en-US" sz="28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测验编写</a:t>
            </a:r>
            <a:br>
              <a:rPr lang="en-US" altLang="zh-CN" sz="20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</a:br>
            <a:r>
              <a:rPr lang="en-US" altLang="zh-CN" sz="19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DSL</a:t>
            </a:r>
            <a:r>
              <a:rPr lang="zh-CN" altLang="en-US" sz="19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题目</a:t>
            </a:r>
            <a:r>
              <a:rPr lang="en-US" altLang="zh-CN" sz="19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/</a:t>
            </a:r>
            <a:r>
              <a:rPr lang="zh-CN" altLang="en-US" sz="19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评分</a:t>
            </a:r>
            <a:r>
              <a:rPr lang="en-US" altLang="zh-CN" sz="19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/</a:t>
            </a:r>
            <a:r>
              <a:rPr lang="zh-CN" altLang="en-US" sz="19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计时规范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F2EA55-AAFF-CB9A-5A08-704C216E44B1}"/>
              </a:ext>
            </a:extLst>
          </p:cNvPr>
          <p:cNvSpPr txBox="1"/>
          <p:nvPr/>
        </p:nvSpPr>
        <p:spPr>
          <a:xfrm>
            <a:off x="822036" y="7848767"/>
            <a:ext cx="2823890" cy="984885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8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多功能管理端</a:t>
            </a:r>
            <a:br>
              <a:rPr lang="en-US" altLang="zh-CN" sz="20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</a:br>
            <a:r>
              <a:rPr lang="zh-CN" altLang="en-US" sz="17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同步、简历、邀约、评估、</a:t>
            </a:r>
            <a:r>
              <a:rPr lang="en-US" altLang="zh-CN" sz="17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Token</a:t>
            </a:r>
            <a:r>
              <a:rPr lang="zh-CN" altLang="en-US" sz="17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审计、系统日志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42D9F9-8BE5-652D-3AD3-FC2BA1501E42}"/>
              </a:ext>
            </a:extLst>
          </p:cNvPr>
          <p:cNvSpPr txBox="1"/>
          <p:nvPr/>
        </p:nvSpPr>
        <p:spPr>
          <a:xfrm>
            <a:off x="4297575" y="7833377"/>
            <a:ext cx="2618883" cy="1015663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8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便捷接入</a:t>
            </a:r>
            <a:br>
              <a:rPr lang="en-US" altLang="zh-CN" sz="20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</a:br>
            <a:r>
              <a:rPr lang="zh-CN" altLang="en-US" sz="19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自由分发、扫码访问、短信验证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17F571-31E3-16B2-317C-42E73D17652C}"/>
              </a:ext>
            </a:extLst>
          </p:cNvPr>
          <p:cNvSpPr txBox="1"/>
          <p:nvPr/>
        </p:nvSpPr>
        <p:spPr>
          <a:xfrm>
            <a:off x="716479" y="12536418"/>
            <a:ext cx="2929447" cy="1015663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8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LLM </a:t>
            </a:r>
            <a:r>
              <a:rPr lang="zh-CN" altLang="en-US" sz="28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评分内核</a:t>
            </a:r>
            <a:br>
              <a:rPr lang="en-US" altLang="zh-CN" sz="20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</a:br>
            <a:r>
              <a:rPr lang="zh-CN" altLang="en-US" sz="19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自动判卷、主观题结构化评分、</a:t>
            </a:r>
            <a:r>
              <a:rPr lang="en-US" altLang="zh-CN" sz="19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Traits</a:t>
            </a:r>
            <a:r>
              <a:rPr lang="zh-CN" altLang="en-US" sz="19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量表计算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3EB9AB-B950-35C1-249B-93B297EED009}"/>
              </a:ext>
            </a:extLst>
          </p:cNvPr>
          <p:cNvSpPr txBox="1"/>
          <p:nvPr/>
        </p:nvSpPr>
        <p:spPr>
          <a:xfrm>
            <a:off x="4196467" y="12536418"/>
            <a:ext cx="2821101" cy="1015663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8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AI </a:t>
            </a:r>
            <a:r>
              <a:rPr lang="zh-CN" altLang="en-US" sz="28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简历解析</a:t>
            </a:r>
            <a:br>
              <a:rPr lang="en-US" altLang="zh-CN" sz="20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</a:br>
            <a:r>
              <a:rPr lang="zh-CN" altLang="en-US" sz="19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信息提取、技能标签生成、核心竞争力评估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3682FC4-04B2-0552-6472-115C89AE7D00}"/>
              </a:ext>
            </a:extLst>
          </p:cNvPr>
          <p:cNvSpPr txBox="1"/>
          <p:nvPr/>
        </p:nvSpPr>
        <p:spPr>
          <a:xfrm>
            <a:off x="10468023" y="4658526"/>
            <a:ext cx="3257215" cy="723275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8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MCP </a:t>
            </a:r>
            <a:r>
              <a:rPr lang="zh-CN" altLang="en-US" sz="28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接入</a:t>
            </a:r>
            <a:br>
              <a:rPr lang="en-US" altLang="zh-CN" sz="20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</a:br>
            <a:r>
              <a:rPr lang="en-US" altLang="zh-CN" sz="19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REST API &amp; /</a:t>
            </a:r>
            <a:r>
              <a:rPr lang="en-US" altLang="zh-CN" sz="1900" b="1" dirty="0" err="1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mcp</a:t>
            </a:r>
            <a:r>
              <a:rPr lang="en-US" altLang="zh-CN" sz="19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 </a:t>
            </a:r>
            <a:r>
              <a:rPr lang="zh-CN" altLang="en-US" sz="19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标准接口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6EE9455-2D2F-595B-5F3E-BD851D5CCA28}"/>
              </a:ext>
            </a:extLst>
          </p:cNvPr>
          <p:cNvSpPr txBox="1"/>
          <p:nvPr/>
        </p:nvSpPr>
        <p:spPr>
          <a:xfrm>
            <a:off x="8756649" y="10898283"/>
            <a:ext cx="1862759" cy="384721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5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招聘筛选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48F33D9-F9D3-D087-73AB-1169C2609326}"/>
              </a:ext>
            </a:extLst>
          </p:cNvPr>
          <p:cNvSpPr txBox="1"/>
          <p:nvPr/>
        </p:nvSpPr>
        <p:spPr>
          <a:xfrm>
            <a:off x="11802505" y="10898283"/>
            <a:ext cx="1862759" cy="384721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5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内部考核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80590E-1773-0817-E316-FC432137F979}"/>
              </a:ext>
            </a:extLst>
          </p:cNvPr>
          <p:cNvSpPr txBox="1"/>
          <p:nvPr/>
        </p:nvSpPr>
        <p:spPr>
          <a:xfrm>
            <a:off x="8726001" y="13218603"/>
            <a:ext cx="1862759" cy="384721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5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访谈评审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A370BF2-FC2F-7012-EB20-723D044B49E9}"/>
              </a:ext>
            </a:extLst>
          </p:cNvPr>
          <p:cNvSpPr txBox="1"/>
          <p:nvPr/>
        </p:nvSpPr>
        <p:spPr>
          <a:xfrm>
            <a:off x="11820975" y="13218602"/>
            <a:ext cx="1862759" cy="384721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5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多维度评估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90B4B83-2042-0FD0-FD26-3F691A836DC0}"/>
              </a:ext>
            </a:extLst>
          </p:cNvPr>
          <p:cNvSpPr txBox="1"/>
          <p:nvPr/>
        </p:nvSpPr>
        <p:spPr>
          <a:xfrm>
            <a:off x="8039174" y="4597080"/>
            <a:ext cx="1862759" cy="307777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绑定与同步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F9F20F6-99FC-15C1-A14D-C94671F106B2}"/>
              </a:ext>
            </a:extLst>
          </p:cNvPr>
          <p:cNvSpPr txBox="1"/>
          <p:nvPr/>
        </p:nvSpPr>
        <p:spPr>
          <a:xfrm>
            <a:off x="8039174" y="6957614"/>
            <a:ext cx="1862759" cy="307777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创建邀约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7835526-8782-8534-498E-8BA9690D9956}"/>
              </a:ext>
            </a:extLst>
          </p:cNvPr>
          <p:cNvSpPr txBox="1"/>
          <p:nvPr/>
        </p:nvSpPr>
        <p:spPr>
          <a:xfrm>
            <a:off x="11225915" y="6994236"/>
            <a:ext cx="1862759" cy="307777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验证</a:t>
            </a:r>
            <a:r>
              <a:rPr lang="en-US" altLang="zh-CN" sz="20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/</a:t>
            </a:r>
            <a:r>
              <a:rPr lang="zh-CN" altLang="en-US" sz="20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答题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C0E986F-EE5E-01A7-FD5E-20402F355747}"/>
              </a:ext>
            </a:extLst>
          </p:cNvPr>
          <p:cNvSpPr txBox="1"/>
          <p:nvPr/>
        </p:nvSpPr>
        <p:spPr>
          <a:xfrm>
            <a:off x="11162970" y="8864430"/>
            <a:ext cx="1862759" cy="307777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评分</a:t>
            </a:r>
            <a:r>
              <a:rPr lang="en-US" altLang="zh-CN" sz="20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/</a:t>
            </a:r>
            <a:r>
              <a:rPr lang="zh-CN" altLang="en-US" sz="20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评估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375E541-CFE2-980D-A266-485A75F66C66}"/>
              </a:ext>
            </a:extLst>
          </p:cNvPr>
          <p:cNvSpPr txBox="1"/>
          <p:nvPr/>
        </p:nvSpPr>
        <p:spPr>
          <a:xfrm>
            <a:off x="8039174" y="8824212"/>
            <a:ext cx="1862759" cy="307777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5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effectLst>
                  <a:glow rad="63500">
                    <a:schemeClr val="bg1">
                      <a:alpha val="30000"/>
                    </a:schemeClr>
                  </a:glow>
                </a:effectLst>
                <a:latin typeface="Consolas-with-Yahei" panose="020B0509020204020204" pitchFamily="49" charset="-128"/>
                <a:ea typeface="Consolas-with-Yahei" panose="020B0509020204020204" pitchFamily="49" charset="-128"/>
                <a:cs typeface="Arial" panose="020B0604020202020204" pitchFamily="34" charset="0"/>
              </a:rPr>
              <a:t>复盘与自动化</a:t>
            </a:r>
          </a:p>
        </p:txBody>
      </p:sp>
    </p:spTree>
    <p:extLst>
      <p:ext uri="{BB962C8B-B14F-4D97-AF65-F5344CB8AC3E}">
        <p14:creationId xmlns:p14="http://schemas.microsoft.com/office/powerpoint/2010/main" val="742252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119</Words>
  <Application>Microsoft Office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Consolas-with-Yahei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S</dc:creator>
  <cp:lastModifiedBy>K S</cp:lastModifiedBy>
  <cp:revision>2</cp:revision>
  <dcterms:created xsi:type="dcterms:W3CDTF">2026-04-06T16:27:00Z</dcterms:created>
  <dcterms:modified xsi:type="dcterms:W3CDTF">2026-04-06T17:09:53Z</dcterms:modified>
</cp:coreProperties>
</file>